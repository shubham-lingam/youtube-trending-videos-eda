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0B880-7005-41FF-8457-599CE19B2E73}" v="61" dt="2026-08-10T10:13:51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Lingam" userId="3cf3bcc914d98ca8" providerId="LiveId" clId="{BD8B36C3-23AF-4049-9724-2B14A7489CB2}"/>
    <pc:docChg chg="undo custSel addSld modSld addMainMaster delMainMaster modMainMaster">
      <pc:chgData name="Shubham Lingam" userId="3cf3bcc914d98ca8" providerId="LiveId" clId="{BD8B36C3-23AF-4049-9724-2B14A7489CB2}" dt="2026-08-10T10:13:51.093" v="284"/>
      <pc:docMkLst>
        <pc:docMk/>
      </pc:docMkLst>
      <pc:sldChg chg="addSp delSp modSp new mod modTransition setBg modClrScheme addAnim delAnim modAnim setClrOvrMap delDesignElem chgLayout">
        <pc:chgData name="Shubham Lingam" userId="3cf3bcc914d98ca8" providerId="LiveId" clId="{BD8B36C3-23AF-4049-9724-2B14A7489CB2}" dt="2026-08-10T10:13:51.093" v="284"/>
        <pc:sldMkLst>
          <pc:docMk/>
          <pc:sldMk cId="830386503" sldId="256"/>
        </pc:sldMkLst>
        <pc:spChg chg="mod">
          <ac:chgData name="Shubham Lingam" userId="3cf3bcc914d98ca8" providerId="LiveId" clId="{BD8B36C3-23AF-4049-9724-2B14A7489CB2}" dt="2026-08-10T10:13:02.396" v="278" actId="26606"/>
          <ac:spMkLst>
            <pc:docMk/>
            <pc:sldMk cId="830386503" sldId="256"/>
            <ac:spMk id="2" creationId="{797EFB2C-E83A-8C15-0F1C-421037048175}"/>
          </ac:spMkLst>
        </pc:spChg>
        <pc:spChg chg="mod ord">
          <ac:chgData name="Shubham Lingam" userId="3cf3bcc914d98ca8" providerId="LiveId" clId="{BD8B36C3-23AF-4049-9724-2B14A7489CB2}" dt="2026-08-10T10:13:02.396" v="278" actId="26606"/>
          <ac:spMkLst>
            <pc:docMk/>
            <pc:sldMk cId="830386503" sldId="256"/>
            <ac:spMk id="3" creationId="{53F6AF95-92DE-2899-5D06-1353C671BBD0}"/>
          </ac:spMkLst>
        </pc:spChg>
        <pc:spChg chg="add del">
          <ac:chgData name="Shubham Lingam" userId="3cf3bcc914d98ca8" providerId="LiveId" clId="{BD8B36C3-23AF-4049-9724-2B14A7489CB2}" dt="2026-08-10T10:02:57.197" v="68" actId="26606"/>
          <ac:spMkLst>
            <pc:docMk/>
            <pc:sldMk cId="830386503" sldId="256"/>
            <ac:spMk id="5" creationId="{6E448DB1-4196-18A6-15DA-C72635C1B11E}"/>
          </ac:spMkLst>
        </pc:spChg>
        <pc:spChg chg="add del">
          <ac:chgData name="Shubham Lingam" userId="3cf3bcc914d98ca8" providerId="LiveId" clId="{BD8B36C3-23AF-4049-9724-2B14A7489CB2}" dt="2026-08-10T10:02:57.197" v="68" actId="26606"/>
          <ac:spMkLst>
            <pc:docMk/>
            <pc:sldMk cId="830386503" sldId="256"/>
            <ac:spMk id="7" creationId="{DF15DF8A-891A-1965-E372-1BA1F3B945EF}"/>
          </ac:spMkLst>
        </pc:spChg>
        <pc:spChg chg="add del">
          <ac:chgData name="Shubham Lingam" userId="3cf3bcc914d98ca8" providerId="LiveId" clId="{BD8B36C3-23AF-4049-9724-2B14A7489CB2}" dt="2026-08-10T10:01:40.740" v="48" actId="26606"/>
          <ac:spMkLst>
            <pc:docMk/>
            <pc:sldMk cId="830386503" sldId="256"/>
            <ac:spMk id="9" creationId="{85CB65D0-496F-4797-A015-C85839E35D1A}"/>
          </ac:spMkLst>
        </pc:spChg>
        <pc:spChg chg="add del">
          <ac:chgData name="Shubham Lingam" userId="3cf3bcc914d98ca8" providerId="LiveId" clId="{BD8B36C3-23AF-4049-9724-2B14A7489CB2}" dt="2026-08-10T10:03:08.274" v="73"/>
          <ac:spMkLst>
            <pc:docMk/>
            <pc:sldMk cId="830386503" sldId="256"/>
            <ac:spMk id="10" creationId="{0EECA69B-4C2A-7F31-8019-E90DB3BD49CB}"/>
          </ac:spMkLst>
        </pc:spChg>
        <pc:spChg chg="add del">
          <ac:chgData name="Shubham Lingam" userId="3cf3bcc914d98ca8" providerId="LiveId" clId="{BD8B36C3-23AF-4049-9724-2B14A7489CB2}" dt="2026-08-10T10:01:40.740" v="48" actId="26606"/>
          <ac:spMkLst>
            <pc:docMk/>
            <pc:sldMk cId="830386503" sldId="256"/>
            <ac:spMk id="11" creationId="{95D2C779-8883-4E5F-A170-0F464918C1B7}"/>
          </ac:spMkLst>
        </pc:spChg>
        <pc:spChg chg="add del">
          <ac:chgData name="Shubham Lingam" userId="3cf3bcc914d98ca8" providerId="LiveId" clId="{BD8B36C3-23AF-4049-9724-2B14A7489CB2}" dt="2026-08-10T10:03:08.274" v="73"/>
          <ac:spMkLst>
            <pc:docMk/>
            <pc:sldMk cId="830386503" sldId="256"/>
            <ac:spMk id="14" creationId="{1103FDB8-D911-F8F8-F9EC-FB7FF543594C}"/>
          </ac:spMkLst>
        </pc:spChg>
        <pc:spChg chg="add del">
          <ac:chgData name="Shubham Lingam" userId="3cf3bcc914d98ca8" providerId="LiveId" clId="{BD8B36C3-23AF-4049-9724-2B14A7489CB2}" dt="2026-08-10T10:01:54.279" v="52" actId="26606"/>
          <ac:spMkLst>
            <pc:docMk/>
            <pc:sldMk cId="830386503" sldId="256"/>
            <ac:spMk id="15" creationId="{8BEC44CD-E290-4D60-A056-5BA05B182AC3}"/>
          </ac:spMkLst>
        </pc:spChg>
        <pc:spChg chg="add del">
          <ac:chgData name="Shubham Lingam" userId="3cf3bcc914d98ca8" providerId="LiveId" clId="{BD8B36C3-23AF-4049-9724-2B14A7489CB2}" dt="2026-08-10T10:01:54.279" v="52" actId="26606"/>
          <ac:spMkLst>
            <pc:docMk/>
            <pc:sldMk cId="830386503" sldId="256"/>
            <ac:spMk id="17" creationId="{B2C335F7-F61C-4EB4-80F2-4B1438FE66BB}"/>
          </ac:spMkLst>
        </pc:spChg>
        <pc:spChg chg="add del">
          <ac:chgData name="Shubham Lingam" userId="3cf3bcc914d98ca8" providerId="LiveId" clId="{BD8B36C3-23AF-4049-9724-2B14A7489CB2}" dt="2026-08-10T10:01:54.279" v="52" actId="26606"/>
          <ac:spMkLst>
            <pc:docMk/>
            <pc:sldMk cId="830386503" sldId="256"/>
            <ac:spMk id="18" creationId="{F1189494-2B67-46D2-93D6-A122A09BF6B2}"/>
          </ac:spMkLst>
        </pc:spChg>
        <pc:spChg chg="add del mod">
          <ac:chgData name="Shubham Lingam" userId="3cf3bcc914d98ca8" providerId="LiveId" clId="{BD8B36C3-23AF-4049-9724-2B14A7489CB2}" dt="2026-08-10T10:06:36.192" v="244" actId="26606"/>
          <ac:spMkLst>
            <pc:docMk/>
            <pc:sldMk cId="830386503" sldId="256"/>
            <ac:spMk id="19" creationId="{EE6EBACF-5CBD-6A5E-58E5-59371F30F178}"/>
          </ac:spMkLst>
        </pc:spChg>
        <pc:spChg chg="add del">
          <ac:chgData name="Shubham Lingam" userId="3cf3bcc914d98ca8" providerId="LiveId" clId="{BD8B36C3-23AF-4049-9724-2B14A7489CB2}" dt="2026-08-10T10:02:19.692" v="54" actId="26606"/>
          <ac:spMkLst>
            <pc:docMk/>
            <pc:sldMk cId="830386503" sldId="256"/>
            <ac:spMk id="20" creationId="{85CB65D0-496F-4797-A015-C85839E35D1A}"/>
          </ac:spMkLst>
        </pc:spChg>
        <pc:spChg chg="add del">
          <ac:chgData name="Shubham Lingam" userId="3cf3bcc914d98ca8" providerId="LiveId" clId="{BD8B36C3-23AF-4049-9724-2B14A7489CB2}" dt="2026-08-10T10:02:19.692" v="54" actId="26606"/>
          <ac:spMkLst>
            <pc:docMk/>
            <pc:sldMk cId="830386503" sldId="256"/>
            <ac:spMk id="22" creationId="{95D2C779-8883-4E5F-A170-0F464918C1B7}"/>
          </ac:spMkLst>
        </pc:spChg>
        <pc:spChg chg="add del mod">
          <ac:chgData name="Shubham Lingam" userId="3cf3bcc914d98ca8" providerId="LiveId" clId="{BD8B36C3-23AF-4049-9724-2B14A7489CB2}" dt="2026-08-10T10:06:36.192" v="244" actId="26606"/>
          <ac:spMkLst>
            <pc:docMk/>
            <pc:sldMk cId="830386503" sldId="256"/>
            <ac:spMk id="24" creationId="{9BDDA740-606A-68F1-CC64-545D05F255BC}"/>
          </ac:spMkLst>
        </pc:spChg>
        <pc:spChg chg="add del">
          <ac:chgData name="Shubham Lingam" userId="3cf3bcc914d98ca8" providerId="LiveId" clId="{BD8B36C3-23AF-4049-9724-2B14A7489CB2}" dt="2026-08-10T10:02:39.989" v="64" actId="26606"/>
          <ac:spMkLst>
            <pc:docMk/>
            <pc:sldMk cId="830386503" sldId="256"/>
            <ac:spMk id="25" creationId="{8BEC44CD-E290-4D60-A056-5BA05B182AC3}"/>
          </ac:spMkLst>
        </pc:spChg>
        <pc:spChg chg="add del">
          <ac:chgData name="Shubham Lingam" userId="3cf3bcc914d98ca8" providerId="LiveId" clId="{BD8B36C3-23AF-4049-9724-2B14A7489CB2}" dt="2026-08-10T10:02:39.989" v="64" actId="26606"/>
          <ac:spMkLst>
            <pc:docMk/>
            <pc:sldMk cId="830386503" sldId="256"/>
            <ac:spMk id="27" creationId="{B2C335F7-F61C-4EB4-80F2-4B1438FE66BB}"/>
          </ac:spMkLst>
        </pc:spChg>
        <pc:spChg chg="add del">
          <ac:chgData name="Shubham Lingam" userId="3cf3bcc914d98ca8" providerId="LiveId" clId="{BD8B36C3-23AF-4049-9724-2B14A7489CB2}" dt="2026-08-10T10:02:39.989" v="64" actId="26606"/>
          <ac:spMkLst>
            <pc:docMk/>
            <pc:sldMk cId="830386503" sldId="256"/>
            <ac:spMk id="28" creationId="{F1189494-2B67-46D2-93D6-A122A09BF6B2}"/>
          </ac:spMkLst>
        </pc:spChg>
        <pc:spChg chg="add del">
          <ac:chgData name="Shubham Lingam" userId="3cf3bcc914d98ca8" providerId="LiveId" clId="{BD8B36C3-23AF-4049-9724-2B14A7489CB2}" dt="2026-08-10T10:13:02.316" v="277" actId="26606"/>
          <ac:spMkLst>
            <pc:docMk/>
            <pc:sldMk cId="830386503" sldId="256"/>
            <ac:spMk id="29" creationId="{29787B81-C7DF-412B-A405-EF4454012DEE}"/>
          </ac:spMkLst>
        </pc:spChg>
        <pc:spChg chg="add del">
          <ac:chgData name="Shubham Lingam" userId="3cf3bcc914d98ca8" providerId="LiveId" clId="{BD8B36C3-23AF-4049-9724-2B14A7489CB2}" dt="2026-08-10T10:13:02.316" v="277" actId="26606"/>
          <ac:spMkLst>
            <pc:docMk/>
            <pc:sldMk cId="830386503" sldId="256"/>
            <ac:spMk id="32" creationId="{989BE678-777B-482A-A616-FEDC47B162E5}"/>
          </ac:spMkLst>
        </pc:spChg>
        <pc:spChg chg="add del">
          <ac:chgData name="Shubham Lingam" userId="3cf3bcc914d98ca8" providerId="LiveId" clId="{BD8B36C3-23AF-4049-9724-2B14A7489CB2}" dt="2026-08-10T10:13:02.316" v="277" actId="26606"/>
          <ac:spMkLst>
            <pc:docMk/>
            <pc:sldMk cId="830386503" sldId="256"/>
            <ac:spMk id="35" creationId="{D28BE0C3-2102-4820-B88B-A448B1840D14}"/>
          </ac:spMkLst>
        </pc:spChg>
        <pc:spChg chg="add del">
          <ac:chgData name="Shubham Lingam" userId="3cf3bcc914d98ca8" providerId="LiveId" clId="{BD8B36C3-23AF-4049-9724-2B14A7489CB2}" dt="2026-08-10T10:13:12.622" v="280"/>
          <ac:spMkLst>
            <pc:docMk/>
            <pc:sldMk cId="830386503" sldId="256"/>
            <ac:spMk id="39" creationId="{989BE678-777B-482A-A616-FEDC47B162E5}"/>
          </ac:spMkLst>
        </pc:spChg>
        <pc:spChg chg="add del">
          <ac:chgData name="Shubham Lingam" userId="3cf3bcc914d98ca8" providerId="LiveId" clId="{BD8B36C3-23AF-4049-9724-2B14A7489CB2}" dt="2026-08-10T10:13:12.622" v="280"/>
          <ac:spMkLst>
            <pc:docMk/>
            <pc:sldMk cId="830386503" sldId="256"/>
            <ac:spMk id="42" creationId="{D28BE0C3-2102-4820-B88B-A448B1840D14}"/>
          </ac:spMkLst>
        </pc:spChg>
        <pc:spChg chg="add del">
          <ac:chgData name="Shubham Lingam" userId="3cf3bcc914d98ca8" providerId="LiveId" clId="{BD8B36C3-23AF-4049-9724-2B14A7489CB2}" dt="2026-08-10T10:13:12.622" v="280"/>
          <ac:spMkLst>
            <pc:docMk/>
            <pc:sldMk cId="830386503" sldId="256"/>
            <ac:spMk id="43" creationId="{0D187C4E-14B9-4504-B200-5127823FA78C}"/>
          </ac:spMkLst>
        </pc:spChg>
        <pc:picChg chg="add del">
          <ac:chgData name="Shubham Lingam" userId="3cf3bcc914d98ca8" providerId="LiveId" clId="{BD8B36C3-23AF-4049-9724-2B14A7489CB2}" dt="2026-08-10T10:01:40.740" v="48" actId="26606"/>
          <ac:picMkLst>
            <pc:docMk/>
            <pc:sldMk cId="830386503" sldId="256"/>
            <ac:picMk id="4" creationId="{C8B04226-0134-89C9-22A8-2E28BD97BE60}"/>
          </ac:picMkLst>
        </pc:picChg>
        <pc:picChg chg="add del">
          <ac:chgData name="Shubham Lingam" userId="3cf3bcc914d98ca8" providerId="LiveId" clId="{BD8B36C3-23AF-4049-9724-2B14A7489CB2}" dt="2026-08-10T10:02:57.197" v="68" actId="26606"/>
          <ac:picMkLst>
            <pc:docMk/>
            <pc:sldMk cId="830386503" sldId="256"/>
            <ac:picMk id="6" creationId="{1D15CD08-9827-70C3-07CF-06C88A883FD7}"/>
          </ac:picMkLst>
        </pc:picChg>
        <pc:picChg chg="add mod ord">
          <ac:chgData name="Shubham Lingam" userId="3cf3bcc914d98ca8" providerId="LiveId" clId="{BD8B36C3-23AF-4049-9724-2B14A7489CB2}" dt="2026-08-10T10:13:02.396" v="278" actId="26606"/>
          <ac:picMkLst>
            <pc:docMk/>
            <pc:sldMk cId="830386503" sldId="256"/>
            <ac:picMk id="12" creationId="{013E141C-6D2F-B376-351B-269C01144E6E}"/>
          </ac:picMkLst>
        </pc:picChg>
        <pc:picChg chg="add del">
          <ac:chgData name="Shubham Lingam" userId="3cf3bcc914d98ca8" providerId="LiveId" clId="{BD8B36C3-23AF-4049-9724-2B14A7489CB2}" dt="2026-08-10T10:01:54.279" v="52" actId="26606"/>
          <ac:picMkLst>
            <pc:docMk/>
            <pc:sldMk cId="830386503" sldId="256"/>
            <ac:picMk id="16" creationId="{C3DD98ED-C25E-F3CB-3293-F64A503968C1}"/>
          </ac:picMkLst>
        </pc:picChg>
        <pc:picChg chg="add del">
          <ac:chgData name="Shubham Lingam" userId="3cf3bcc914d98ca8" providerId="LiveId" clId="{BD8B36C3-23AF-4049-9724-2B14A7489CB2}" dt="2026-08-10T10:02:19.692" v="54" actId="26606"/>
          <ac:picMkLst>
            <pc:docMk/>
            <pc:sldMk cId="830386503" sldId="256"/>
            <ac:picMk id="21" creationId="{C8B04226-0134-89C9-22A8-2E28BD97BE60}"/>
          </ac:picMkLst>
        </pc:picChg>
        <pc:picChg chg="add del">
          <ac:chgData name="Shubham Lingam" userId="3cf3bcc914d98ca8" providerId="LiveId" clId="{BD8B36C3-23AF-4049-9724-2B14A7489CB2}" dt="2026-08-10T10:02:39.989" v="64" actId="26606"/>
          <ac:picMkLst>
            <pc:docMk/>
            <pc:sldMk cId="830386503" sldId="256"/>
            <ac:picMk id="26" creationId="{C3DD98ED-C25E-F3CB-3293-F64A503968C1}"/>
          </ac:picMkLst>
        </pc:picChg>
        <pc:picChg chg="add del">
          <ac:chgData name="Shubham Lingam" userId="3cf3bcc914d98ca8" providerId="LiveId" clId="{BD8B36C3-23AF-4049-9724-2B14A7489CB2}" dt="2026-08-10T10:13:02.316" v="277" actId="26606"/>
          <ac:picMkLst>
            <pc:docMk/>
            <pc:sldMk cId="830386503" sldId="256"/>
            <ac:picMk id="30" creationId="{DF19BAF3-7E20-4B9D-B544-BABAEEA1FA75}"/>
          </ac:picMkLst>
        </pc:picChg>
        <pc:picChg chg="add del">
          <ac:chgData name="Shubham Lingam" userId="3cf3bcc914d98ca8" providerId="LiveId" clId="{BD8B36C3-23AF-4049-9724-2B14A7489CB2}" dt="2026-08-10T10:13:02.316" v="277" actId="26606"/>
          <ac:picMkLst>
            <pc:docMk/>
            <pc:sldMk cId="830386503" sldId="256"/>
            <ac:picMk id="31" creationId="{950648F4-ABCD-4DF0-8641-76CFB2354721}"/>
          </ac:picMkLst>
        </pc:picChg>
        <pc:picChg chg="add del">
          <ac:chgData name="Shubham Lingam" userId="3cf3bcc914d98ca8" providerId="LiveId" clId="{BD8B36C3-23AF-4049-9724-2B14A7489CB2}" dt="2026-08-10T10:13:02.316" v="277" actId="26606"/>
          <ac:picMkLst>
            <pc:docMk/>
            <pc:sldMk cId="830386503" sldId="256"/>
            <ac:picMk id="33" creationId="{CF1EB4BD-9C7E-4AA3-9681-C7EB0DA6250B}"/>
          </ac:picMkLst>
        </pc:picChg>
        <pc:picChg chg="add del">
          <ac:chgData name="Shubham Lingam" userId="3cf3bcc914d98ca8" providerId="LiveId" clId="{BD8B36C3-23AF-4049-9724-2B14A7489CB2}" dt="2026-08-10T10:13:02.316" v="277" actId="26606"/>
          <ac:picMkLst>
            <pc:docMk/>
            <pc:sldMk cId="830386503" sldId="256"/>
            <ac:picMk id="34" creationId="{94AAE3AA-3759-4D28-B0EF-575F25A5146C}"/>
          </ac:picMkLst>
        </pc:picChg>
        <pc:picChg chg="add del">
          <ac:chgData name="Shubham Lingam" userId="3cf3bcc914d98ca8" providerId="LiveId" clId="{BD8B36C3-23AF-4049-9724-2B14A7489CB2}" dt="2026-08-10T10:13:12.622" v="280"/>
          <ac:picMkLst>
            <pc:docMk/>
            <pc:sldMk cId="830386503" sldId="256"/>
            <ac:picMk id="37" creationId="{DF19BAF3-7E20-4B9D-B544-BABAEEA1FA75}"/>
          </ac:picMkLst>
        </pc:picChg>
        <pc:picChg chg="add del">
          <ac:chgData name="Shubham Lingam" userId="3cf3bcc914d98ca8" providerId="LiveId" clId="{BD8B36C3-23AF-4049-9724-2B14A7489CB2}" dt="2026-08-10T10:13:12.622" v="280"/>
          <ac:picMkLst>
            <pc:docMk/>
            <pc:sldMk cId="830386503" sldId="256"/>
            <ac:picMk id="38" creationId="{950648F4-ABCD-4DF0-8641-76CFB2354721}"/>
          </ac:picMkLst>
        </pc:picChg>
        <pc:picChg chg="add del">
          <ac:chgData name="Shubham Lingam" userId="3cf3bcc914d98ca8" providerId="LiveId" clId="{BD8B36C3-23AF-4049-9724-2B14A7489CB2}" dt="2026-08-10T10:13:12.622" v="280"/>
          <ac:picMkLst>
            <pc:docMk/>
            <pc:sldMk cId="830386503" sldId="256"/>
            <ac:picMk id="40" creationId="{CF1EB4BD-9C7E-4AA3-9681-C7EB0DA6250B}"/>
          </ac:picMkLst>
        </pc:picChg>
        <pc:picChg chg="add del">
          <ac:chgData name="Shubham Lingam" userId="3cf3bcc914d98ca8" providerId="LiveId" clId="{BD8B36C3-23AF-4049-9724-2B14A7489CB2}" dt="2026-08-10T10:13:12.622" v="280"/>
          <ac:picMkLst>
            <pc:docMk/>
            <pc:sldMk cId="830386503" sldId="256"/>
            <ac:picMk id="41" creationId="{94AAE3AA-3759-4D28-B0EF-575F25A5146C}"/>
          </ac:picMkLst>
        </pc:picChg>
        <pc:cxnChg chg="add del">
          <ac:chgData name="Shubham Lingam" userId="3cf3bcc914d98ca8" providerId="LiveId" clId="{BD8B36C3-23AF-4049-9724-2B14A7489CB2}" dt="2026-08-10T10:01:40.740" v="48" actId="26606"/>
          <ac:cxnSpMkLst>
            <pc:docMk/>
            <pc:sldMk cId="830386503" sldId="256"/>
            <ac:cxnSpMk id="13" creationId="{BD96A694-258D-4418-A83C-B9BA72FD44B8}"/>
          </ac:cxnSpMkLst>
        </pc:cxnChg>
        <pc:cxnChg chg="add del">
          <ac:chgData name="Shubham Lingam" userId="3cf3bcc914d98ca8" providerId="LiveId" clId="{BD8B36C3-23AF-4049-9724-2B14A7489CB2}" dt="2026-08-10T10:02:19.692" v="54" actId="26606"/>
          <ac:cxnSpMkLst>
            <pc:docMk/>
            <pc:sldMk cId="830386503" sldId="256"/>
            <ac:cxnSpMk id="23" creationId="{BD96A694-258D-4418-A83C-B9BA72FD44B8}"/>
          </ac:cxnSpMkLst>
        </pc:cxnChg>
      </pc:sldChg>
      <pc:sldMasterChg chg="add del addSldLayout delSldLayout">
        <pc:chgData name="Shubham Lingam" userId="3cf3bcc914d98ca8" providerId="LiveId" clId="{BD8B36C3-23AF-4049-9724-2B14A7489CB2}" dt="2026-08-10T10:02:57.296" v="69" actId="26606"/>
        <pc:sldMasterMkLst>
          <pc:docMk/>
          <pc:sldMasterMk cId="3873878096" sldId="2147483688"/>
        </pc:sldMasterMkLst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3614825622" sldId="2147483689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883122492" sldId="2147483690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1946535558" sldId="2147483691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2775922412" sldId="2147483692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2345901640" sldId="2147483693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3721399581" sldId="2147483694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3120582623" sldId="2147483695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2637896360" sldId="2147483696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2518486133" sldId="2147483697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3324828979" sldId="2147483698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2565874860" sldId="2147483699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986998661" sldId="2147483700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297762524" sldId="2147483701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2248255128" sldId="2147483702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3170473683" sldId="2147483703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1601423058" sldId="2147483704"/>
          </pc:sldLayoutMkLst>
        </pc:sldLayoutChg>
        <pc:sldLayoutChg chg="add del">
          <pc:chgData name="Shubham Lingam" userId="3cf3bcc914d98ca8" providerId="LiveId" clId="{BD8B36C3-23AF-4049-9724-2B14A7489CB2}" dt="2026-08-10T10:02:57.296" v="69" actId="26606"/>
          <pc:sldLayoutMkLst>
            <pc:docMk/>
            <pc:sldMasterMk cId="3873878096" sldId="2147483688"/>
            <pc:sldLayoutMk cId="2362702657" sldId="2147483705"/>
          </pc:sldLayoutMkLst>
        </pc:sldLayoutChg>
      </pc:sldMasterChg>
      <pc:sldMasterChg chg="add del replId addSldLayout delSldLayout">
        <pc:chgData name="Shubham Lingam" userId="3cf3bcc914d98ca8" providerId="LiveId" clId="{BD8B36C3-23AF-4049-9724-2B14A7489CB2}" dt="2026-08-10T10:01:54.279" v="52" actId="26606"/>
        <pc:sldMasterMkLst>
          <pc:docMk/>
          <pc:sldMasterMk cId="310891247" sldId="2147483706"/>
        </pc:sldMasterMkLst>
        <pc:sldLayoutChg chg="add del replId">
          <pc:chgData name="Shubham Lingam" userId="3cf3bcc914d98ca8" providerId="LiveId" clId="{BD8B36C3-23AF-4049-9724-2B14A7489CB2}" dt="2026-08-10T10:01:54.279" v="52" actId="26606"/>
          <pc:sldLayoutMkLst>
            <pc:docMk/>
            <pc:sldMasterMk cId="310891247" sldId="2147483706"/>
            <pc:sldLayoutMk cId="3181517274" sldId="2147483707"/>
          </pc:sldLayoutMkLst>
        </pc:sldLayoutChg>
        <pc:sldLayoutChg chg="add del replId">
          <pc:chgData name="Shubham Lingam" userId="3cf3bcc914d98ca8" providerId="LiveId" clId="{BD8B36C3-23AF-4049-9724-2B14A7489CB2}" dt="2026-08-10T10:01:54.279" v="52" actId="26606"/>
          <pc:sldLayoutMkLst>
            <pc:docMk/>
            <pc:sldMasterMk cId="310891247" sldId="2147483706"/>
            <pc:sldLayoutMk cId="3496573828" sldId="2147483708"/>
          </pc:sldLayoutMkLst>
        </pc:sldLayoutChg>
        <pc:sldLayoutChg chg="add del replId">
          <pc:chgData name="Shubham Lingam" userId="3cf3bcc914d98ca8" providerId="LiveId" clId="{BD8B36C3-23AF-4049-9724-2B14A7489CB2}" dt="2026-08-10T10:01:54.279" v="52" actId="26606"/>
          <pc:sldLayoutMkLst>
            <pc:docMk/>
            <pc:sldMasterMk cId="310891247" sldId="2147483706"/>
            <pc:sldLayoutMk cId="4135302420" sldId="2147483709"/>
          </pc:sldLayoutMkLst>
        </pc:sldLayoutChg>
        <pc:sldLayoutChg chg="add del replId">
          <pc:chgData name="Shubham Lingam" userId="3cf3bcc914d98ca8" providerId="LiveId" clId="{BD8B36C3-23AF-4049-9724-2B14A7489CB2}" dt="2026-08-10T10:01:54.279" v="52" actId="26606"/>
          <pc:sldLayoutMkLst>
            <pc:docMk/>
            <pc:sldMasterMk cId="310891247" sldId="2147483706"/>
            <pc:sldLayoutMk cId="4076886934" sldId="2147483710"/>
          </pc:sldLayoutMkLst>
        </pc:sldLayoutChg>
        <pc:sldLayoutChg chg="add del replId">
          <pc:chgData name="Shubham Lingam" userId="3cf3bcc914d98ca8" providerId="LiveId" clId="{BD8B36C3-23AF-4049-9724-2B14A7489CB2}" dt="2026-08-10T10:01:54.279" v="52" actId="26606"/>
          <pc:sldLayoutMkLst>
            <pc:docMk/>
            <pc:sldMasterMk cId="310891247" sldId="2147483706"/>
            <pc:sldLayoutMk cId="1098584229" sldId="2147483711"/>
          </pc:sldLayoutMkLst>
        </pc:sldLayoutChg>
        <pc:sldLayoutChg chg="add del replId">
          <pc:chgData name="Shubham Lingam" userId="3cf3bcc914d98ca8" providerId="LiveId" clId="{BD8B36C3-23AF-4049-9724-2B14A7489CB2}" dt="2026-08-10T10:01:54.279" v="52" actId="26606"/>
          <pc:sldLayoutMkLst>
            <pc:docMk/>
            <pc:sldMasterMk cId="310891247" sldId="2147483706"/>
            <pc:sldLayoutMk cId="3279294900" sldId="2147483712"/>
          </pc:sldLayoutMkLst>
        </pc:sldLayoutChg>
        <pc:sldLayoutChg chg="add del replId">
          <pc:chgData name="Shubham Lingam" userId="3cf3bcc914d98ca8" providerId="LiveId" clId="{BD8B36C3-23AF-4049-9724-2B14A7489CB2}" dt="2026-08-10T10:01:54.279" v="52" actId="26606"/>
          <pc:sldLayoutMkLst>
            <pc:docMk/>
            <pc:sldMasterMk cId="310891247" sldId="2147483706"/>
            <pc:sldLayoutMk cId="2236818677" sldId="2147483713"/>
          </pc:sldLayoutMkLst>
        </pc:sldLayoutChg>
        <pc:sldLayoutChg chg="add del replId">
          <pc:chgData name="Shubham Lingam" userId="3cf3bcc914d98ca8" providerId="LiveId" clId="{BD8B36C3-23AF-4049-9724-2B14A7489CB2}" dt="2026-08-10T10:01:54.279" v="52" actId="26606"/>
          <pc:sldLayoutMkLst>
            <pc:docMk/>
            <pc:sldMasterMk cId="310891247" sldId="2147483706"/>
            <pc:sldLayoutMk cId="3307265103" sldId="2147483714"/>
          </pc:sldLayoutMkLst>
        </pc:sldLayoutChg>
        <pc:sldLayoutChg chg="add del replId">
          <pc:chgData name="Shubham Lingam" userId="3cf3bcc914d98ca8" providerId="LiveId" clId="{BD8B36C3-23AF-4049-9724-2B14A7489CB2}" dt="2026-08-10T10:01:54.279" v="52" actId="26606"/>
          <pc:sldLayoutMkLst>
            <pc:docMk/>
            <pc:sldMasterMk cId="310891247" sldId="2147483706"/>
            <pc:sldLayoutMk cId="119164879" sldId="2147483715"/>
          </pc:sldLayoutMkLst>
        </pc:sldLayoutChg>
        <pc:sldLayoutChg chg="add del replId">
          <pc:chgData name="Shubham Lingam" userId="3cf3bcc914d98ca8" providerId="LiveId" clId="{BD8B36C3-23AF-4049-9724-2B14A7489CB2}" dt="2026-08-10T10:01:54.279" v="52" actId="26606"/>
          <pc:sldLayoutMkLst>
            <pc:docMk/>
            <pc:sldMasterMk cId="310891247" sldId="2147483706"/>
            <pc:sldLayoutMk cId="303996510" sldId="2147483716"/>
          </pc:sldLayoutMkLst>
        </pc:sldLayoutChg>
        <pc:sldLayoutChg chg="add del replId">
          <pc:chgData name="Shubham Lingam" userId="3cf3bcc914d98ca8" providerId="LiveId" clId="{BD8B36C3-23AF-4049-9724-2B14A7489CB2}" dt="2026-08-10T10:01:54.279" v="52" actId="26606"/>
          <pc:sldLayoutMkLst>
            <pc:docMk/>
            <pc:sldMasterMk cId="310891247" sldId="2147483706"/>
            <pc:sldLayoutMk cId="1845562195" sldId="2147483717"/>
          </pc:sldLayoutMkLst>
        </pc:sldLayoutChg>
      </pc:sldMasterChg>
      <pc:sldMasterChg chg="add del replId addSldLayout delSldLayout">
        <pc:chgData name="Shubham Lingam" userId="3cf3bcc914d98ca8" providerId="LiveId" clId="{BD8B36C3-23AF-4049-9724-2B14A7489CB2}" dt="2026-08-10T10:02:39.989" v="64" actId="26606"/>
        <pc:sldMasterMkLst>
          <pc:docMk/>
          <pc:sldMasterMk cId="310891247" sldId="2147483706"/>
        </pc:sldMasterMkLst>
        <pc:sldLayoutChg chg="add del replId">
          <pc:chgData name="Shubham Lingam" userId="3cf3bcc914d98ca8" providerId="LiveId" clId="{BD8B36C3-23AF-4049-9724-2B14A7489CB2}" dt="2026-08-10T10:02:39.989" v="64" actId="26606"/>
          <pc:sldLayoutMkLst>
            <pc:docMk/>
            <pc:sldMasterMk cId="310891247" sldId="2147483706"/>
            <pc:sldLayoutMk cId="3181517274" sldId="2147483707"/>
          </pc:sldLayoutMkLst>
        </pc:sldLayoutChg>
        <pc:sldLayoutChg chg="add del replId">
          <pc:chgData name="Shubham Lingam" userId="3cf3bcc914d98ca8" providerId="LiveId" clId="{BD8B36C3-23AF-4049-9724-2B14A7489CB2}" dt="2026-08-10T10:02:39.989" v="64" actId="26606"/>
          <pc:sldLayoutMkLst>
            <pc:docMk/>
            <pc:sldMasterMk cId="310891247" sldId="2147483706"/>
            <pc:sldLayoutMk cId="3496573828" sldId="2147483708"/>
          </pc:sldLayoutMkLst>
        </pc:sldLayoutChg>
        <pc:sldLayoutChg chg="add del replId">
          <pc:chgData name="Shubham Lingam" userId="3cf3bcc914d98ca8" providerId="LiveId" clId="{BD8B36C3-23AF-4049-9724-2B14A7489CB2}" dt="2026-08-10T10:02:39.989" v="64" actId="26606"/>
          <pc:sldLayoutMkLst>
            <pc:docMk/>
            <pc:sldMasterMk cId="310891247" sldId="2147483706"/>
            <pc:sldLayoutMk cId="4135302420" sldId="2147483709"/>
          </pc:sldLayoutMkLst>
        </pc:sldLayoutChg>
        <pc:sldLayoutChg chg="add del replId">
          <pc:chgData name="Shubham Lingam" userId="3cf3bcc914d98ca8" providerId="LiveId" clId="{BD8B36C3-23AF-4049-9724-2B14A7489CB2}" dt="2026-08-10T10:02:39.989" v="64" actId="26606"/>
          <pc:sldLayoutMkLst>
            <pc:docMk/>
            <pc:sldMasterMk cId="310891247" sldId="2147483706"/>
            <pc:sldLayoutMk cId="4076886934" sldId="2147483710"/>
          </pc:sldLayoutMkLst>
        </pc:sldLayoutChg>
        <pc:sldLayoutChg chg="add del replId">
          <pc:chgData name="Shubham Lingam" userId="3cf3bcc914d98ca8" providerId="LiveId" clId="{BD8B36C3-23AF-4049-9724-2B14A7489CB2}" dt="2026-08-10T10:02:39.989" v="64" actId="26606"/>
          <pc:sldLayoutMkLst>
            <pc:docMk/>
            <pc:sldMasterMk cId="310891247" sldId="2147483706"/>
            <pc:sldLayoutMk cId="1098584229" sldId="2147483711"/>
          </pc:sldLayoutMkLst>
        </pc:sldLayoutChg>
        <pc:sldLayoutChg chg="add del replId">
          <pc:chgData name="Shubham Lingam" userId="3cf3bcc914d98ca8" providerId="LiveId" clId="{BD8B36C3-23AF-4049-9724-2B14A7489CB2}" dt="2026-08-10T10:02:39.989" v="64" actId="26606"/>
          <pc:sldLayoutMkLst>
            <pc:docMk/>
            <pc:sldMasterMk cId="310891247" sldId="2147483706"/>
            <pc:sldLayoutMk cId="3279294900" sldId="2147483712"/>
          </pc:sldLayoutMkLst>
        </pc:sldLayoutChg>
        <pc:sldLayoutChg chg="add del replId">
          <pc:chgData name="Shubham Lingam" userId="3cf3bcc914d98ca8" providerId="LiveId" clId="{BD8B36C3-23AF-4049-9724-2B14A7489CB2}" dt="2026-08-10T10:02:39.989" v="64" actId="26606"/>
          <pc:sldLayoutMkLst>
            <pc:docMk/>
            <pc:sldMasterMk cId="310891247" sldId="2147483706"/>
            <pc:sldLayoutMk cId="2236818677" sldId="2147483713"/>
          </pc:sldLayoutMkLst>
        </pc:sldLayoutChg>
        <pc:sldLayoutChg chg="add del replId">
          <pc:chgData name="Shubham Lingam" userId="3cf3bcc914d98ca8" providerId="LiveId" clId="{BD8B36C3-23AF-4049-9724-2B14A7489CB2}" dt="2026-08-10T10:02:39.989" v="64" actId="26606"/>
          <pc:sldLayoutMkLst>
            <pc:docMk/>
            <pc:sldMasterMk cId="310891247" sldId="2147483706"/>
            <pc:sldLayoutMk cId="3307265103" sldId="2147483714"/>
          </pc:sldLayoutMkLst>
        </pc:sldLayoutChg>
        <pc:sldLayoutChg chg="add del replId">
          <pc:chgData name="Shubham Lingam" userId="3cf3bcc914d98ca8" providerId="LiveId" clId="{BD8B36C3-23AF-4049-9724-2B14A7489CB2}" dt="2026-08-10T10:02:39.989" v="64" actId="26606"/>
          <pc:sldLayoutMkLst>
            <pc:docMk/>
            <pc:sldMasterMk cId="310891247" sldId="2147483706"/>
            <pc:sldLayoutMk cId="119164879" sldId="2147483715"/>
          </pc:sldLayoutMkLst>
        </pc:sldLayoutChg>
        <pc:sldLayoutChg chg="add del replId">
          <pc:chgData name="Shubham Lingam" userId="3cf3bcc914d98ca8" providerId="LiveId" clId="{BD8B36C3-23AF-4049-9724-2B14A7489CB2}" dt="2026-08-10T10:02:39.989" v="64" actId="26606"/>
          <pc:sldLayoutMkLst>
            <pc:docMk/>
            <pc:sldMasterMk cId="310891247" sldId="2147483706"/>
            <pc:sldLayoutMk cId="303996510" sldId="2147483716"/>
          </pc:sldLayoutMkLst>
        </pc:sldLayoutChg>
        <pc:sldLayoutChg chg="add del replId">
          <pc:chgData name="Shubham Lingam" userId="3cf3bcc914d98ca8" providerId="LiveId" clId="{BD8B36C3-23AF-4049-9724-2B14A7489CB2}" dt="2026-08-10T10:02:39.989" v="64" actId="26606"/>
          <pc:sldLayoutMkLst>
            <pc:docMk/>
            <pc:sldMasterMk cId="310891247" sldId="2147483706"/>
            <pc:sldLayoutMk cId="1845562195" sldId="2147483717"/>
          </pc:sldLayoutMkLst>
        </pc:sldLayoutChg>
      </pc:sldMasterChg>
      <pc:sldMasterChg chg="add replId addSldLayout">
        <pc:chgData name="Shubham Lingam" userId="3cf3bcc914d98ca8" providerId="LiveId" clId="{BD8B36C3-23AF-4049-9724-2B14A7489CB2}" dt="2026-08-10T10:02:57.296" v="69" actId="26606"/>
        <pc:sldMasterMkLst>
          <pc:docMk/>
          <pc:sldMasterMk cId="2717560985" sldId="2147483706"/>
        </pc:sldMasterMkLst>
        <pc:sldLayoutChg chg="add replId">
          <pc:chgData name="Shubham Lingam" userId="3cf3bcc914d98ca8" providerId="LiveId" clId="{BD8B36C3-23AF-4049-9724-2B14A7489CB2}" dt="2026-08-10T10:02:57.296" v="69" actId="26606"/>
          <pc:sldLayoutMkLst>
            <pc:docMk/>
            <pc:sldMasterMk cId="2717560985" sldId="2147483706"/>
            <pc:sldLayoutMk cId="3896648937" sldId="2147483707"/>
          </pc:sldLayoutMkLst>
        </pc:sldLayoutChg>
        <pc:sldLayoutChg chg="add replId">
          <pc:chgData name="Shubham Lingam" userId="3cf3bcc914d98ca8" providerId="LiveId" clId="{BD8B36C3-23AF-4049-9724-2B14A7489CB2}" dt="2026-08-10T10:02:57.296" v="69" actId="26606"/>
          <pc:sldLayoutMkLst>
            <pc:docMk/>
            <pc:sldMasterMk cId="2717560985" sldId="2147483706"/>
            <pc:sldLayoutMk cId="2760720116" sldId="2147483708"/>
          </pc:sldLayoutMkLst>
        </pc:sldLayoutChg>
        <pc:sldLayoutChg chg="add replId">
          <pc:chgData name="Shubham Lingam" userId="3cf3bcc914d98ca8" providerId="LiveId" clId="{BD8B36C3-23AF-4049-9724-2B14A7489CB2}" dt="2026-08-10T10:02:57.296" v="69" actId="26606"/>
          <pc:sldLayoutMkLst>
            <pc:docMk/>
            <pc:sldMasterMk cId="2717560985" sldId="2147483706"/>
            <pc:sldLayoutMk cId="1059698875" sldId="2147483709"/>
          </pc:sldLayoutMkLst>
        </pc:sldLayoutChg>
        <pc:sldLayoutChg chg="add replId">
          <pc:chgData name="Shubham Lingam" userId="3cf3bcc914d98ca8" providerId="LiveId" clId="{BD8B36C3-23AF-4049-9724-2B14A7489CB2}" dt="2026-08-10T10:02:57.296" v="69" actId="26606"/>
          <pc:sldLayoutMkLst>
            <pc:docMk/>
            <pc:sldMasterMk cId="2717560985" sldId="2147483706"/>
            <pc:sldLayoutMk cId="3104555133" sldId="2147483710"/>
          </pc:sldLayoutMkLst>
        </pc:sldLayoutChg>
        <pc:sldLayoutChg chg="add replId">
          <pc:chgData name="Shubham Lingam" userId="3cf3bcc914d98ca8" providerId="LiveId" clId="{BD8B36C3-23AF-4049-9724-2B14A7489CB2}" dt="2026-08-10T10:02:57.296" v="69" actId="26606"/>
          <pc:sldLayoutMkLst>
            <pc:docMk/>
            <pc:sldMasterMk cId="2717560985" sldId="2147483706"/>
            <pc:sldLayoutMk cId="885005388" sldId="2147483711"/>
          </pc:sldLayoutMkLst>
        </pc:sldLayoutChg>
        <pc:sldLayoutChg chg="add replId">
          <pc:chgData name="Shubham Lingam" userId="3cf3bcc914d98ca8" providerId="LiveId" clId="{BD8B36C3-23AF-4049-9724-2B14A7489CB2}" dt="2026-08-10T10:02:57.296" v="69" actId="26606"/>
          <pc:sldLayoutMkLst>
            <pc:docMk/>
            <pc:sldMasterMk cId="2717560985" sldId="2147483706"/>
            <pc:sldLayoutMk cId="3423183668" sldId="2147483712"/>
          </pc:sldLayoutMkLst>
        </pc:sldLayoutChg>
        <pc:sldLayoutChg chg="add replId">
          <pc:chgData name="Shubham Lingam" userId="3cf3bcc914d98ca8" providerId="LiveId" clId="{BD8B36C3-23AF-4049-9724-2B14A7489CB2}" dt="2026-08-10T10:02:57.296" v="69" actId="26606"/>
          <pc:sldLayoutMkLst>
            <pc:docMk/>
            <pc:sldMasterMk cId="2717560985" sldId="2147483706"/>
            <pc:sldLayoutMk cId="1621465316" sldId="2147483713"/>
          </pc:sldLayoutMkLst>
        </pc:sldLayoutChg>
        <pc:sldLayoutChg chg="add replId">
          <pc:chgData name="Shubham Lingam" userId="3cf3bcc914d98ca8" providerId="LiveId" clId="{BD8B36C3-23AF-4049-9724-2B14A7489CB2}" dt="2026-08-10T10:02:57.296" v="69" actId="26606"/>
          <pc:sldLayoutMkLst>
            <pc:docMk/>
            <pc:sldMasterMk cId="2717560985" sldId="2147483706"/>
            <pc:sldLayoutMk cId="798719431" sldId="2147483714"/>
          </pc:sldLayoutMkLst>
        </pc:sldLayoutChg>
        <pc:sldLayoutChg chg="add replId">
          <pc:chgData name="Shubham Lingam" userId="3cf3bcc914d98ca8" providerId="LiveId" clId="{BD8B36C3-23AF-4049-9724-2B14A7489CB2}" dt="2026-08-10T10:02:57.296" v="69" actId="26606"/>
          <pc:sldLayoutMkLst>
            <pc:docMk/>
            <pc:sldMasterMk cId="2717560985" sldId="2147483706"/>
            <pc:sldLayoutMk cId="2499875796" sldId="2147483715"/>
          </pc:sldLayoutMkLst>
        </pc:sldLayoutChg>
        <pc:sldLayoutChg chg="add replId">
          <pc:chgData name="Shubham Lingam" userId="3cf3bcc914d98ca8" providerId="LiveId" clId="{BD8B36C3-23AF-4049-9724-2B14A7489CB2}" dt="2026-08-10T10:02:57.296" v="69" actId="26606"/>
          <pc:sldLayoutMkLst>
            <pc:docMk/>
            <pc:sldMasterMk cId="2717560985" sldId="2147483706"/>
            <pc:sldLayoutMk cId="1018474942" sldId="2147483716"/>
          </pc:sldLayoutMkLst>
        </pc:sldLayoutChg>
        <pc:sldLayoutChg chg="add replId">
          <pc:chgData name="Shubham Lingam" userId="3cf3bcc914d98ca8" providerId="LiveId" clId="{BD8B36C3-23AF-4049-9724-2B14A7489CB2}" dt="2026-08-10T10:02:57.296" v="69" actId="26606"/>
          <pc:sldLayoutMkLst>
            <pc:docMk/>
            <pc:sldMasterMk cId="2717560985" sldId="2147483706"/>
            <pc:sldLayoutMk cId="4015687175" sldId="2147483717"/>
          </pc:sldLayoutMkLst>
        </pc:sldLayoutChg>
      </pc:sldMasterChg>
      <pc:sldMasterChg chg="add del addSldLayout delSldLayout">
        <pc:chgData name="Shubham Lingam" userId="3cf3bcc914d98ca8" providerId="LiveId" clId="{BD8B36C3-23AF-4049-9724-2B14A7489CB2}" dt="2026-08-10T10:02:57.197" v="68" actId="26606"/>
        <pc:sldMasterMkLst>
          <pc:docMk/>
          <pc:sldMasterMk cId="508625601" sldId="2147483713"/>
        </pc:sldMasterMkLst>
        <pc:sldLayoutChg chg="add del">
          <pc:chgData name="Shubham Lingam" userId="3cf3bcc914d98ca8" providerId="LiveId" clId="{BD8B36C3-23AF-4049-9724-2B14A7489CB2}" dt="2026-08-10T10:02:57.197" v="68" actId="26606"/>
          <pc:sldLayoutMkLst>
            <pc:docMk/>
            <pc:sldMasterMk cId="508625601" sldId="2147483713"/>
            <pc:sldLayoutMk cId="1782739253" sldId="2147483706"/>
          </pc:sldLayoutMkLst>
        </pc:sldLayoutChg>
        <pc:sldLayoutChg chg="add del">
          <pc:chgData name="Shubham Lingam" userId="3cf3bcc914d98ca8" providerId="LiveId" clId="{BD8B36C3-23AF-4049-9724-2B14A7489CB2}" dt="2026-08-10T10:02:57.197" v="68" actId="26606"/>
          <pc:sldLayoutMkLst>
            <pc:docMk/>
            <pc:sldMasterMk cId="508625601" sldId="2147483713"/>
            <pc:sldLayoutMk cId="2123427460" sldId="2147483707"/>
          </pc:sldLayoutMkLst>
        </pc:sldLayoutChg>
        <pc:sldLayoutChg chg="add del">
          <pc:chgData name="Shubham Lingam" userId="3cf3bcc914d98ca8" providerId="LiveId" clId="{BD8B36C3-23AF-4049-9724-2B14A7489CB2}" dt="2026-08-10T10:02:57.197" v="68" actId="26606"/>
          <pc:sldLayoutMkLst>
            <pc:docMk/>
            <pc:sldMasterMk cId="508625601" sldId="2147483713"/>
            <pc:sldLayoutMk cId="3528249142" sldId="2147483708"/>
          </pc:sldLayoutMkLst>
        </pc:sldLayoutChg>
        <pc:sldLayoutChg chg="add del">
          <pc:chgData name="Shubham Lingam" userId="3cf3bcc914d98ca8" providerId="LiveId" clId="{BD8B36C3-23AF-4049-9724-2B14A7489CB2}" dt="2026-08-10T10:02:57.197" v="68" actId="26606"/>
          <pc:sldLayoutMkLst>
            <pc:docMk/>
            <pc:sldMasterMk cId="508625601" sldId="2147483713"/>
            <pc:sldLayoutMk cId="1031717006" sldId="2147483709"/>
          </pc:sldLayoutMkLst>
        </pc:sldLayoutChg>
        <pc:sldLayoutChg chg="add del">
          <pc:chgData name="Shubham Lingam" userId="3cf3bcc914d98ca8" providerId="LiveId" clId="{BD8B36C3-23AF-4049-9724-2B14A7489CB2}" dt="2026-08-10T10:02:57.197" v="68" actId="26606"/>
          <pc:sldLayoutMkLst>
            <pc:docMk/>
            <pc:sldMasterMk cId="508625601" sldId="2147483713"/>
            <pc:sldLayoutMk cId="1744402388" sldId="2147483710"/>
          </pc:sldLayoutMkLst>
        </pc:sldLayoutChg>
        <pc:sldLayoutChg chg="add del">
          <pc:chgData name="Shubham Lingam" userId="3cf3bcc914d98ca8" providerId="LiveId" clId="{BD8B36C3-23AF-4049-9724-2B14A7489CB2}" dt="2026-08-10T10:02:57.197" v="68" actId="26606"/>
          <pc:sldLayoutMkLst>
            <pc:docMk/>
            <pc:sldMasterMk cId="508625601" sldId="2147483713"/>
            <pc:sldLayoutMk cId="834665184" sldId="2147483711"/>
          </pc:sldLayoutMkLst>
        </pc:sldLayoutChg>
        <pc:sldLayoutChg chg="add del">
          <pc:chgData name="Shubham Lingam" userId="3cf3bcc914d98ca8" providerId="LiveId" clId="{BD8B36C3-23AF-4049-9724-2B14A7489CB2}" dt="2026-08-10T10:02:57.197" v="68" actId="26606"/>
          <pc:sldLayoutMkLst>
            <pc:docMk/>
            <pc:sldMasterMk cId="508625601" sldId="2147483713"/>
            <pc:sldLayoutMk cId="266111408" sldId="2147483712"/>
          </pc:sldLayoutMkLst>
        </pc:sldLayoutChg>
        <pc:sldLayoutChg chg="add del replId">
          <pc:chgData name="Shubham Lingam" userId="3cf3bcc914d98ca8" providerId="LiveId" clId="{BD8B36C3-23AF-4049-9724-2B14A7489CB2}" dt="2026-08-10T10:02:57.197" v="68" actId="26606"/>
          <pc:sldLayoutMkLst>
            <pc:docMk/>
            <pc:sldMasterMk cId="508625601" sldId="2147483713"/>
            <pc:sldLayoutMk cId="3852918257" sldId="2147483714"/>
          </pc:sldLayoutMkLst>
        </pc:sldLayoutChg>
        <pc:sldLayoutChg chg="add del replId">
          <pc:chgData name="Shubham Lingam" userId="3cf3bcc914d98ca8" providerId="LiveId" clId="{BD8B36C3-23AF-4049-9724-2B14A7489CB2}" dt="2026-08-10T10:02:57.197" v="68" actId="26606"/>
          <pc:sldLayoutMkLst>
            <pc:docMk/>
            <pc:sldMasterMk cId="508625601" sldId="2147483713"/>
            <pc:sldLayoutMk cId="4276696022" sldId="2147483715"/>
          </pc:sldLayoutMkLst>
        </pc:sldLayoutChg>
        <pc:sldLayoutChg chg="add del replId">
          <pc:chgData name="Shubham Lingam" userId="3cf3bcc914d98ca8" providerId="LiveId" clId="{BD8B36C3-23AF-4049-9724-2B14A7489CB2}" dt="2026-08-10T10:02:57.197" v="68" actId="26606"/>
          <pc:sldLayoutMkLst>
            <pc:docMk/>
            <pc:sldMasterMk cId="508625601" sldId="2147483713"/>
            <pc:sldLayoutMk cId="1667861334" sldId="2147483716"/>
          </pc:sldLayoutMkLst>
        </pc:sldLayoutChg>
        <pc:sldLayoutChg chg="add del replId">
          <pc:chgData name="Shubham Lingam" userId="3cf3bcc914d98ca8" providerId="LiveId" clId="{BD8B36C3-23AF-4049-9724-2B14A7489CB2}" dt="2026-08-10T10:02:57.197" v="68" actId="26606"/>
          <pc:sldLayoutMkLst>
            <pc:docMk/>
            <pc:sldMasterMk cId="508625601" sldId="2147483713"/>
            <pc:sldLayoutMk cId="206118440" sldId="2147483717"/>
          </pc:sldLayoutMkLst>
        </pc:sldLayoutChg>
      </pc:sldMasterChg>
      <pc:sldMasterChg chg="add del addSldLayout delSldLayout">
        <pc:chgData name="Shubham Lingam" userId="3cf3bcc914d98ca8" providerId="LiveId" clId="{BD8B36C3-23AF-4049-9724-2B14A7489CB2}" dt="2026-08-10T10:02:19.692" v="54" actId="26606"/>
        <pc:sldMasterMkLst>
          <pc:docMk/>
          <pc:sldMasterMk cId="744949250" sldId="2147483726"/>
        </pc:sldMasterMkLst>
        <pc:sldLayoutChg chg="add del">
          <pc:chgData name="Shubham Lingam" userId="3cf3bcc914d98ca8" providerId="LiveId" clId="{BD8B36C3-23AF-4049-9724-2B14A7489CB2}" dt="2026-08-10T10:02:19.692" v="54" actId="26606"/>
          <pc:sldLayoutMkLst>
            <pc:docMk/>
            <pc:sldMasterMk cId="744949250" sldId="2147483726"/>
            <pc:sldLayoutMk cId="3933956552" sldId="2147483715"/>
          </pc:sldLayoutMkLst>
        </pc:sldLayoutChg>
        <pc:sldLayoutChg chg="add del">
          <pc:chgData name="Shubham Lingam" userId="3cf3bcc914d98ca8" providerId="LiveId" clId="{BD8B36C3-23AF-4049-9724-2B14A7489CB2}" dt="2026-08-10T10:02:19.692" v="54" actId="26606"/>
          <pc:sldLayoutMkLst>
            <pc:docMk/>
            <pc:sldMasterMk cId="744949250" sldId="2147483726"/>
            <pc:sldLayoutMk cId="724570852" sldId="2147483716"/>
          </pc:sldLayoutMkLst>
        </pc:sldLayoutChg>
        <pc:sldLayoutChg chg="add del">
          <pc:chgData name="Shubham Lingam" userId="3cf3bcc914d98ca8" providerId="LiveId" clId="{BD8B36C3-23AF-4049-9724-2B14A7489CB2}" dt="2026-08-10T10:02:19.692" v="54" actId="26606"/>
          <pc:sldLayoutMkLst>
            <pc:docMk/>
            <pc:sldMasterMk cId="744949250" sldId="2147483726"/>
            <pc:sldLayoutMk cId="1399511247" sldId="2147483717"/>
          </pc:sldLayoutMkLst>
        </pc:sldLayoutChg>
        <pc:sldLayoutChg chg="add del">
          <pc:chgData name="Shubham Lingam" userId="3cf3bcc914d98ca8" providerId="LiveId" clId="{BD8B36C3-23AF-4049-9724-2B14A7489CB2}" dt="2026-08-10T10:02:19.692" v="54" actId="26606"/>
          <pc:sldLayoutMkLst>
            <pc:docMk/>
            <pc:sldMasterMk cId="744949250" sldId="2147483726"/>
            <pc:sldLayoutMk cId="843041216" sldId="2147483718"/>
          </pc:sldLayoutMkLst>
        </pc:sldLayoutChg>
        <pc:sldLayoutChg chg="add del">
          <pc:chgData name="Shubham Lingam" userId="3cf3bcc914d98ca8" providerId="LiveId" clId="{BD8B36C3-23AF-4049-9724-2B14A7489CB2}" dt="2026-08-10T10:02:19.692" v="54" actId="26606"/>
          <pc:sldLayoutMkLst>
            <pc:docMk/>
            <pc:sldMasterMk cId="744949250" sldId="2147483726"/>
            <pc:sldLayoutMk cId="741820438" sldId="2147483719"/>
          </pc:sldLayoutMkLst>
        </pc:sldLayoutChg>
        <pc:sldLayoutChg chg="add del">
          <pc:chgData name="Shubham Lingam" userId="3cf3bcc914d98ca8" providerId="LiveId" clId="{BD8B36C3-23AF-4049-9724-2B14A7489CB2}" dt="2026-08-10T10:02:19.692" v="54" actId="26606"/>
          <pc:sldLayoutMkLst>
            <pc:docMk/>
            <pc:sldMasterMk cId="744949250" sldId="2147483726"/>
            <pc:sldLayoutMk cId="1678685090" sldId="2147483720"/>
          </pc:sldLayoutMkLst>
        </pc:sldLayoutChg>
        <pc:sldLayoutChg chg="add del">
          <pc:chgData name="Shubham Lingam" userId="3cf3bcc914d98ca8" providerId="LiveId" clId="{BD8B36C3-23AF-4049-9724-2B14A7489CB2}" dt="2026-08-10T10:02:19.692" v="54" actId="26606"/>
          <pc:sldLayoutMkLst>
            <pc:docMk/>
            <pc:sldMasterMk cId="744949250" sldId="2147483726"/>
            <pc:sldLayoutMk cId="228487977" sldId="2147483721"/>
          </pc:sldLayoutMkLst>
        </pc:sldLayoutChg>
        <pc:sldLayoutChg chg="add del">
          <pc:chgData name="Shubham Lingam" userId="3cf3bcc914d98ca8" providerId="LiveId" clId="{BD8B36C3-23AF-4049-9724-2B14A7489CB2}" dt="2026-08-10T10:02:19.692" v="54" actId="26606"/>
          <pc:sldLayoutMkLst>
            <pc:docMk/>
            <pc:sldMasterMk cId="744949250" sldId="2147483726"/>
            <pc:sldLayoutMk cId="1355863166" sldId="2147483722"/>
          </pc:sldLayoutMkLst>
        </pc:sldLayoutChg>
        <pc:sldLayoutChg chg="add del">
          <pc:chgData name="Shubham Lingam" userId="3cf3bcc914d98ca8" providerId="LiveId" clId="{BD8B36C3-23AF-4049-9724-2B14A7489CB2}" dt="2026-08-10T10:02:19.692" v="54" actId="26606"/>
          <pc:sldLayoutMkLst>
            <pc:docMk/>
            <pc:sldMasterMk cId="744949250" sldId="2147483726"/>
            <pc:sldLayoutMk cId="3581644737" sldId="2147483723"/>
          </pc:sldLayoutMkLst>
        </pc:sldLayoutChg>
        <pc:sldLayoutChg chg="add del">
          <pc:chgData name="Shubham Lingam" userId="3cf3bcc914d98ca8" providerId="LiveId" clId="{BD8B36C3-23AF-4049-9724-2B14A7489CB2}" dt="2026-08-10T10:02:19.692" v="54" actId="26606"/>
          <pc:sldLayoutMkLst>
            <pc:docMk/>
            <pc:sldMasterMk cId="744949250" sldId="2147483726"/>
            <pc:sldLayoutMk cId="2544841313" sldId="2147483724"/>
          </pc:sldLayoutMkLst>
        </pc:sldLayoutChg>
        <pc:sldLayoutChg chg="add del">
          <pc:chgData name="Shubham Lingam" userId="3cf3bcc914d98ca8" providerId="LiveId" clId="{BD8B36C3-23AF-4049-9724-2B14A7489CB2}" dt="2026-08-10T10:02:19.692" v="54" actId="26606"/>
          <pc:sldLayoutMkLst>
            <pc:docMk/>
            <pc:sldMasterMk cId="744949250" sldId="2147483726"/>
            <pc:sldLayoutMk cId="3653355186" sldId="2147483725"/>
          </pc:sldLayoutMkLst>
        </pc:sldLayoutChg>
      </pc:sldMasterChg>
      <pc:sldMasterChg chg="modSldLayout">
        <pc:chgData name="Shubham Lingam" userId="3cf3bcc914d98ca8" providerId="LiveId" clId="{BD8B36C3-23AF-4049-9724-2B14A7489CB2}" dt="2026-08-10T10:03:38.080" v="79"/>
        <pc:sldMasterMkLst>
          <pc:docMk/>
          <pc:sldMasterMk cId="2690259801" sldId="2147483747"/>
        </pc:sldMasterMkLst>
        <pc:sldLayoutChg chg="delSp">
          <pc:chgData name="Shubham Lingam" userId="3cf3bcc914d98ca8" providerId="LiveId" clId="{BD8B36C3-23AF-4049-9724-2B14A7489CB2}" dt="2026-08-10T10:03:38.080" v="79"/>
          <pc:sldLayoutMkLst>
            <pc:docMk/>
            <pc:sldMasterMk cId="2690259801" sldId="2147483747"/>
            <pc:sldLayoutMk cId="2709964576" sldId="2147483775"/>
          </pc:sldLayoutMkLst>
          <pc:spChg chg="del">
            <ac:chgData name="Shubham Lingam" userId="3cf3bcc914d98ca8" providerId="LiveId" clId="{BD8B36C3-23AF-4049-9724-2B14A7489CB2}" dt="2026-08-10T10:03:38.080" v="79"/>
            <ac:spMkLst>
              <pc:docMk/>
              <pc:sldMasterMk cId="2690259801" sldId="2147483747"/>
              <pc:sldLayoutMk cId="2709964576" sldId="2147483775"/>
              <ac:spMk id="3" creationId="{D31AE9B9-D0DC-50F5-FE7E-BCF950A9B60C}"/>
            </ac:spMkLst>
          </pc:spChg>
          <pc:spChg chg="del">
            <ac:chgData name="Shubham Lingam" userId="3cf3bcc914d98ca8" providerId="LiveId" clId="{BD8B36C3-23AF-4049-9724-2B14A7489CB2}" dt="2026-08-10T10:03:38.080" v="79"/>
            <ac:spMkLst>
              <pc:docMk/>
              <pc:sldMasterMk cId="2690259801" sldId="2147483747"/>
              <pc:sldLayoutMk cId="2709964576" sldId="2147483775"/>
              <ac:spMk id="10" creationId="{FF8F2B01-BAAD-F03E-72D9-CC472F3A5DE5}"/>
            </ac:spMkLst>
          </pc:spChg>
          <pc:spChg chg="del">
            <ac:chgData name="Shubham Lingam" userId="3cf3bcc914d98ca8" providerId="LiveId" clId="{BD8B36C3-23AF-4049-9724-2B14A7489CB2}" dt="2026-08-10T10:03:38.080" v="79"/>
            <ac:spMkLst>
              <pc:docMk/>
              <pc:sldMasterMk cId="2690259801" sldId="2147483747"/>
              <pc:sldLayoutMk cId="2709964576" sldId="2147483775"/>
              <ac:spMk id="14" creationId="{C84410D4-C581-C48F-5E1D-E93DA884342F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825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61989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653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3804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141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1265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704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05202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6714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45005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715530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90006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0771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675632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533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3724173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4545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83118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93945436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240690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5778938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781668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46712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9BC9412-2452-4BED-A324-9D8C115361AD}" type="datetime1">
              <a:rPr lang="en-US" smtClean="0"/>
              <a:t>08/10/26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765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55705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544126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2907693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067917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E31BA835-12AC-4E8F-955A-EA3F4DE2791F}" type="datetime1">
              <a:rPr lang="en-US" smtClean="0"/>
              <a:t>08/10/26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590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48" r:id="rId24"/>
    <p:sldLayoutId id="2147483849" r:id="rId25"/>
    <p:sldLayoutId id="2147483850" r:id="rId26"/>
    <p:sldLayoutId id="2147483851" r:id="rId27"/>
    <p:sldLayoutId id="2147483852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datasnaek/youtube-new?select=INvideos.csv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ilm reel and slate">
            <a:extLst>
              <a:ext uri="{FF2B5EF4-FFF2-40B4-BE49-F238E27FC236}">
                <a16:creationId xmlns:a16="http://schemas.microsoft.com/office/drawing/2014/main" id="{013E141C-6D2F-B376-351B-269C01144E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2588" b="3143"/>
          <a:stretch>
            <a:fillRect/>
          </a:stretch>
        </p:blipFill>
        <p:spPr>
          <a:xfrm>
            <a:off x="20" y="-1"/>
            <a:ext cx="12191980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7EFB2C-E83A-8C15-0F1C-421037048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Youtube Trending Videos India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6AF95-92DE-2899-5D06-1353C671BB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03312" y="2052918"/>
            <a:ext cx="8946541" cy="4195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0"/>
              </a:spcAft>
              <a:buFont typeface="Wingdings 3" charset="2"/>
              <a:buChar char=""/>
            </a:pPr>
            <a:r>
              <a:rPr lang="en-US"/>
              <a:t>Dataset : </a:t>
            </a:r>
            <a:r>
              <a:rPr lang="en-US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Trending YouTube Video Statistics</a:t>
            </a:r>
            <a:endParaRPr lang="en-US"/>
          </a:p>
          <a:p>
            <a:pPr>
              <a:spcAft>
                <a:spcPts val="0"/>
              </a:spcAft>
              <a:buFont typeface="Wingdings 3" charset="2"/>
              <a:buChar char=""/>
            </a:pPr>
            <a:r>
              <a:rPr lang="en-US"/>
              <a:t>Source : Kaggle</a:t>
            </a:r>
          </a:p>
          <a:p>
            <a:pPr>
              <a:spcAft>
                <a:spcPts val="0"/>
              </a:spcAft>
              <a:buFont typeface="Wingdings 3" charset="2"/>
              <a:buChar char=""/>
            </a:pPr>
            <a:r>
              <a:rPr lang="en-US"/>
              <a:t>Project : Exploratory Data Analysis</a:t>
            </a:r>
          </a:p>
          <a:p>
            <a:pPr>
              <a:spcAft>
                <a:spcPts val="0"/>
              </a:spcAft>
              <a:buFont typeface="Wingdings 3" charset="2"/>
              <a:buChar char=""/>
            </a:pPr>
            <a:r>
              <a:rPr lang="en-US"/>
              <a:t>Click on the link for raw dataset.</a:t>
            </a:r>
          </a:p>
          <a:p>
            <a:pPr>
              <a:spcAft>
                <a:spcPts val="0"/>
              </a:spcAft>
              <a:buFont typeface="Wingdings 3" charset="2"/>
              <a:buChar char=""/>
            </a:pPr>
            <a:r>
              <a:rPr lang="en-US"/>
              <a:t>Download INvideos.csv.</a:t>
            </a:r>
          </a:p>
        </p:txBody>
      </p:sp>
    </p:spTree>
    <p:extLst>
      <p:ext uri="{BB962C8B-B14F-4D97-AF65-F5344CB8AC3E}">
        <p14:creationId xmlns:p14="http://schemas.microsoft.com/office/powerpoint/2010/main" val="8303865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14</TotalTime>
  <Words>31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Neue Haas Grotesk Text Pro</vt:lpstr>
      <vt:lpstr>Wingdings 3</vt:lpstr>
      <vt:lpstr>Film Burn</vt:lpstr>
      <vt:lpstr>Youtube Trending Videos India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Lingam</dc:creator>
  <cp:lastModifiedBy>Shubham Lingam</cp:lastModifiedBy>
  <cp:revision>1</cp:revision>
  <dcterms:created xsi:type="dcterms:W3CDTF">2026-08-10T09:59:08Z</dcterms:created>
  <dcterms:modified xsi:type="dcterms:W3CDTF">2026-08-10T10:13:51Z</dcterms:modified>
</cp:coreProperties>
</file>